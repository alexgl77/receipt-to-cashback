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E40AF"/>
                </a:solidFill>
                <a:latin typeface="Calibri"/>
              </a:rPr>
              <a:t>Receipt-to-Cashback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  <a:latin typeface="Calibri"/>
              </a:rPr>
              <a:t>Scan a receipt. Get paid for the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Calibri"/>
              </a:rPr>
              <a:t>Alex Goldbaum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32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GenAI &amp; ML Bootcamp 2026 · Developers Institute · Demo Day 11/06/2026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github.com/alexgl77/receipt-to-cashback   |   huggingface.co/spaces/alexgl77/receipt-to-cashback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Calibri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What we built, why, for whom, and what problem it solves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Market research today buys self-reported surveys, or shopper panels that take months to recruit.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Loyalty programs see one retailer at a time.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Nobody has the cross-merchant, item-level picture of what consumers actually buy.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8288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What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A market-research data-acquisition app.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Users scan a receipt; we pay them a flat cashback in exchange for the itemised consumption data, which is anonymised and sold in aggregate.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Target users: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  - consumers who want any-merchant cashback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  - brands, retailers and market-research firms (data buyers)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Calibri"/>
              </a:rPr>
              <a:t>The solution — pipeline in five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All pre-trained models stitched with a small amount of business logic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1.  EasyOCR              -&gt; raw text from the receipt photo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2.  Gemini 2.5 Flash Lite -&gt; structured JSON (items, prices, total)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                            with few-shot prompts + Pydantic schema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3.  FAISS + multilingual  -&gt; match each item against the 110-SKU catalog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    sentence-transformer    classify spend by category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4.  CashbackEngine        -&gt; apply strategy (Flat / Tiered)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                            + two-tier drift guard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Consolas"/>
              </a:rPr>
              <a:t>5.  Streamlit UI          -&gt; upload page, B2B analytics, Ethics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end-to-end latency on a real receipt: ~8 seconds (CPU).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Calibri"/>
              </a:rPr>
              <a:t>Tools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What we used — and where in the bootcamp it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OCR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EasyOCR (CRAFT detector + CRNN)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Week 7 — LLM &amp; Gen 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LLM extraction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Gemini 2.5 Flash Lite + Pydantic schema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Week 9 — Prompt Engineering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Vector matching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FAISS + multilingual sentence-transformer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Week 8 — NLP &amp; RAG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Clustering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scikit-learn KMeans + PCA (visual)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Week 4–5 — ML &amp; Stats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A/B stats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scipy Welch's t-test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Week 5 — Statistics for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Data wrangling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pandas, matplotlib, seaborn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Week 3–4 — Data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Code style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Python OOP, dataclasses, Pydantic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Week 1–2 — Python &amp; OOP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Web app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Streamlit (4 pages)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SELF-TAUGHT (gap from bootcamp)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Calibri"/>
              </a:rPr>
              <a:t>What works — 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Measured on the CORD-v2 dataset (1000 real receipts, Naver Clova 2019)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End-to-end latency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~8 s / receipt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CPU, no GPU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OCR loose recall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85% (100% on 16/20)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20-receipt benchmark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Catalog classification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100% via multilingual embedding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EN + ID + KR mix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Unit tests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13 / 13 passing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CashbackEngine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Drift guard tiers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10% scale · 50% refuse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prevents over- and under-pay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A/B test result (synthetic users)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+29% receipts at 3% vs 2% cashback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 &lt; 0.05, Welch's t-test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K-Means clustering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4 archetypes recovered cleanly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café · family · sweet · office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Live demo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huggingface.co/spaces/alexgl77/receipt-to-cashback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Live demo next (video).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Calibri"/>
              </a:rPr>
              <a:t>Challenges faced — and how we fixed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Four problems found mid-build, not at 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Fix</a:t>
                      </a:r>
                    </a:p>
                  </a:txBody>
                  <a:tcPr marL="73152" marR="73152" marT="36576" marB="36576">
                    <a:solidFill>
                      <a:srgbClr val="1E40A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Original business model (partner-rebate) rejected legitimate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Pivoted to market-research: every priced line earns cashback; catalog became a classifier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English-only embedding rejected an Indonesian item (PKT AYAM)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Swapped to multilingual sentence-transformer (paraphrase-multilingual-MiniLM-L12-v2)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End-to-end latency was 40+ s on the first run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Switched to Gemini Flash Lite + cached OCR/LLM by image hash → 8 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Rehearsal: LLM double-counted items, then mis-read 1,591,600 as 591,600 (inverse failure)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Two-tier drift guard: scale at 10% drift, refuse cashback at 50% drift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Calibri"/>
              </a:rPr>
              <a:t>Future steps &amp; 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What we would add with two more weeks — and who helped us get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630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If we had two more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·  Real users (not synthetic)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·  Postgres warehouse for receipt records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·  Image-level redaction (cardholder + identifiers)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·  K-anonymity floor at sale time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·  MCP agent: ask "how much did I spend on coffee in May?"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·  CNN quality gate (blurry/junk filter)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·  Multilingual OCR (Hebrew, Arabic) for global users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Full ethics discussion (privacy, consent, OCR bias, hallucination policy, k-anonymity) lives in the repo (docs/04_ethics.md) and as the Ethics tab inside the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8288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Thanks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Yossi Eikelman — instructor at Developers Institute,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whose mid-build feedback "spine first, garnish after"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set the priority order that made delivery on time possible.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DI cohort 2026 — sounding board.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Naver Clova — for releasing CORD-v2 under CC BY 4.0.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Google AI Studio — Gemini API free tier.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Hugging Face — multilingual sentence-transformer + Space hosting.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Code: github.com/alexgl77/receipt-to-cashback   |   Live: huggingface.co/spaces/alexgl77/receipt-to-cashback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