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4a0650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4a0650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111ca19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111ca1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54111ca1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54111ca1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1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  </a:t>
            </a: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&lt;/MY PROJECT NAME&gt;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en" sz="25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&lt;/YOUR NAME&gt;</a:t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 title="final projec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413" y="2661188"/>
            <a:ext cx="2313975" cy="23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</a:t>
            </a:r>
            <a:endParaRPr/>
          </a:p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 of your project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problem/ or need</a:t>
            </a:r>
            <a:r>
              <a:rPr lang="en"/>
              <a:t> does your project solve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Explain the business problem (if there is one)</a:t>
            </a:r>
            <a:endParaRPr/>
          </a:p>
        </p:txBody>
      </p:sp>
      <p:sp>
        <p:nvSpPr>
          <p:cNvPr id="111" name="Google Shape;111;p26"/>
          <p:cNvSpPr txBox="1"/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of technical stack used in my project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tools and languages you used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ONLY BULLET POINTS - write if it’s a topic you learned in the bootcamp or by yourself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7"/>
          <p:cNvSpPr txBox="1"/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30sec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list</a:t>
            </a:r>
            <a:endParaRPr/>
          </a:p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List the functionalities you created</a:t>
            </a:r>
            <a:endParaRPr/>
          </a:p>
        </p:txBody>
      </p:sp>
      <p:sp>
        <p:nvSpPr>
          <p:cNvPr id="125" name="Google Shape;125;p28"/>
          <p:cNvSpPr txBox="1"/>
          <p:nvPr>
            <p:ph type="title"/>
          </p:nvPr>
        </p:nvSpPr>
        <p:spPr>
          <a:xfrm>
            <a:off x="4567200" y="297150"/>
            <a:ext cx="42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Difficulties you managed to overcome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9"/>
          <p:cNvSpPr txBox="1"/>
          <p:nvPr>
            <p:ph idx="4294967295" type="body"/>
          </p:nvPr>
        </p:nvSpPr>
        <p:spPr>
          <a:xfrm>
            <a:off x="311700" y="3332575"/>
            <a:ext cx="8520600" cy="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ONLY BULLET POINTS</a:t>
            </a:r>
            <a:endParaRPr/>
          </a:p>
        </p:txBody>
      </p:sp>
      <p:sp>
        <p:nvSpPr>
          <p:cNvPr id="132" name="Google Shape;132;p29"/>
          <p:cNvSpPr txBox="1"/>
          <p:nvPr>
            <p:ph idx="4294967295" type="title"/>
          </p:nvPr>
        </p:nvSpPr>
        <p:spPr>
          <a:xfrm>
            <a:off x="4567200" y="244925"/>
            <a:ext cx="42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1 min max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26607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My next step - functionalities you plan on implementing (OPTIONAL)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29"/>
          <p:cNvSpPr txBox="1"/>
          <p:nvPr>
            <p:ph idx="4294967295" type="body"/>
          </p:nvPr>
        </p:nvSpPr>
        <p:spPr>
          <a:xfrm>
            <a:off x="311700" y="752875"/>
            <a:ext cx="852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ONLY BULLET POINTS</a:t>
            </a:r>
            <a:endParaRPr/>
          </a:p>
        </p:txBody>
      </p:sp>
      <p:sp>
        <p:nvSpPr>
          <p:cNvPr id="135" name="Google Shape;135;p29"/>
          <p:cNvSpPr txBox="1"/>
          <p:nvPr>
            <p:ph idx="4294967295" type="title"/>
          </p:nvPr>
        </p:nvSpPr>
        <p:spPr>
          <a:xfrm>
            <a:off x="4797925" y="3112675"/>
            <a:ext cx="42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30sec max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SHOW THE 3minutes videos + SHOW some part of </a:t>
            </a: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</a:t>
            </a: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code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30"/>
          <p:cNvSpPr txBox="1"/>
          <p:nvPr>
            <p:ph idx="4294967295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3min screen-video link (CAN BE 2min also) - from LOOM or Google Drive (must be public)</a:t>
            </a:r>
            <a:endParaRPr/>
          </a:p>
        </p:txBody>
      </p:sp>
      <p:sp>
        <p:nvSpPr>
          <p:cNvPr id="142" name="Google Shape;142;p30"/>
          <p:cNvSpPr txBox="1"/>
          <p:nvPr>
            <p:ph idx="4294967295" type="title"/>
          </p:nvPr>
        </p:nvSpPr>
        <p:spPr>
          <a:xfrm>
            <a:off x="4654800" y="1324175"/>
            <a:ext cx="42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4min max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43" name="Google Shape;143;p30"/>
          <p:cNvSpPr txBox="1"/>
          <p:nvPr>
            <p:ph idx="4294967295" type="title"/>
          </p:nvPr>
        </p:nvSpPr>
        <p:spPr>
          <a:xfrm>
            <a:off x="267900" y="2103225"/>
            <a:ext cx="8608200" cy="2733900"/>
          </a:xfrm>
          <a:prstGeom prst="rect">
            <a:avLst/>
          </a:prstGeom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accent5"/>
                </a:solidFill>
              </a:rPr>
              <a:t>IMPORTANT </a:t>
            </a:r>
            <a:r>
              <a:rPr lang="en" sz="2000">
                <a:solidFill>
                  <a:schemeClr val="accent5"/>
                </a:solidFill>
              </a:rPr>
              <a:t>: your PPT + the video + the questions from the jury is </a:t>
            </a:r>
            <a:r>
              <a:rPr b="1" lang="en" sz="2000" u="sng">
                <a:solidFill>
                  <a:schemeClr val="accent5"/>
                </a:solidFill>
              </a:rPr>
              <a:t>10min maximum</a:t>
            </a:r>
            <a:r>
              <a:rPr lang="en" sz="2000">
                <a:solidFill>
                  <a:schemeClr val="accent5"/>
                </a:solidFill>
              </a:rPr>
              <a:t>. </a:t>
            </a:r>
            <a:endParaRPr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We propose you do :</a:t>
            </a:r>
            <a:endParaRPr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-"/>
            </a:pPr>
            <a:r>
              <a:rPr lang="en" sz="2000">
                <a:solidFill>
                  <a:schemeClr val="accent5"/>
                </a:solidFill>
              </a:rPr>
              <a:t>4min PPT</a:t>
            </a:r>
            <a:endParaRPr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-"/>
            </a:pPr>
            <a:r>
              <a:rPr lang="en" sz="2000">
                <a:solidFill>
                  <a:schemeClr val="accent5"/>
                </a:solidFill>
              </a:rPr>
              <a:t>4min video and code presentation</a:t>
            </a:r>
            <a:endParaRPr sz="2000">
              <a:solidFill>
                <a:schemeClr val="accent5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-"/>
            </a:pPr>
            <a:r>
              <a:rPr lang="en" sz="2000">
                <a:solidFill>
                  <a:schemeClr val="accent5"/>
                </a:solidFill>
              </a:rPr>
              <a:t>2min question</a:t>
            </a:r>
            <a:endParaRPr sz="20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If you want more time for questions or to show us your project features, reduce the time of the PPT to the minimum.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</a:t>
            </a:r>
            <a:r>
              <a:rPr lang="en"/>
              <a:t>(For PSTB Team Only – Not for Presentation)</a:t>
            </a:r>
            <a:endParaRPr/>
          </a:p>
        </p:txBody>
      </p:sp>
      <p:sp>
        <p:nvSpPr>
          <p:cNvPr id="149" name="Google Shape;14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link (PUBLIC REPO)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2-mn video link (CAN BE 3 or 4 minutes max) - from LOOM or Google Drive (must be public)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OPTIONAL : Medium article link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445025"/>
            <a:ext cx="8832300" cy="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</a:t>
            </a:r>
            <a:r>
              <a:rPr lang="en"/>
              <a:t>(For PSTB Team Only – Not for Presentation)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CV link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Linkedin link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